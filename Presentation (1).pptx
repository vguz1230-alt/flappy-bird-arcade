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68B96-316D-4FB0-B1F3-2837F924FD96}" v="855" dt="2026-01-28T20:26:15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8CE47C-1DA1-B97F-9E8D-38A434298F36}"/>
              </a:ext>
            </a:extLst>
          </p:cNvPr>
          <p:cNvSpPr txBox="1"/>
          <p:nvPr/>
        </p:nvSpPr>
        <p:spPr>
          <a:xfrm>
            <a:off x="1572986" y="1404257"/>
            <a:ext cx="93780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600" dirty="0">
                <a:ea typeface="+mn-lt"/>
                <a:cs typeface="+mn-lt"/>
              </a:rPr>
              <a:t>           Разработка аркадной игры </a:t>
            </a:r>
          </a:p>
          <a:p>
            <a:r>
              <a:rPr lang="ru-RU" sz="3600" dirty="0">
                <a:ea typeface="+mn-lt"/>
                <a:cs typeface="+mn-lt"/>
              </a:rPr>
              <a:t>        «</a:t>
            </a:r>
            <a:r>
              <a:rPr lang="ru-RU" sz="3600" dirty="0" err="1">
                <a:ea typeface="+mn-lt"/>
                <a:cs typeface="+mn-lt"/>
              </a:rPr>
              <a:t>Flappy</a:t>
            </a:r>
            <a:r>
              <a:rPr lang="ru-RU" sz="3600" dirty="0">
                <a:ea typeface="+mn-lt"/>
                <a:cs typeface="+mn-lt"/>
              </a:rPr>
              <a:t> </a:t>
            </a:r>
            <a:r>
              <a:rPr lang="ru-RU" sz="3600" dirty="0" err="1">
                <a:ea typeface="+mn-lt"/>
                <a:cs typeface="+mn-lt"/>
              </a:rPr>
              <a:t>Bird</a:t>
            </a:r>
            <a:r>
              <a:rPr lang="ru-RU" sz="3600" dirty="0">
                <a:ea typeface="+mn-lt"/>
                <a:cs typeface="+mn-lt"/>
              </a:rPr>
              <a:t>» на  языке Python</a:t>
            </a:r>
            <a:endParaRPr lang="ru-RU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514D4-9488-08F7-1315-EEF0091BF1EC}"/>
              </a:ext>
            </a:extLst>
          </p:cNvPr>
          <p:cNvSpPr txBox="1"/>
          <p:nvPr/>
        </p:nvSpPr>
        <p:spPr>
          <a:xfrm>
            <a:off x="1572986" y="4188278"/>
            <a:ext cx="903786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Инструменты: </a:t>
            </a:r>
            <a:r>
              <a:rPr lang="ru-RU" sz="2400" dirty="0">
                <a:ea typeface="+mn-lt"/>
                <a:cs typeface="+mn-lt"/>
              </a:rPr>
              <a:t>Библиотека </a:t>
            </a:r>
            <a:r>
              <a:rPr lang="ru-RU" sz="2400" err="1">
                <a:ea typeface="+mn-lt"/>
                <a:cs typeface="+mn-lt"/>
              </a:rPr>
              <a:t>Arcade</a:t>
            </a:r>
            <a:endParaRPr lang="ru-RU" sz="2400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Авторы: Владимир Гузь, Коновалюк Кирилл, Тодор Роман</a:t>
            </a:r>
            <a:endParaRPr lang="ru-RU" sz="2400" dirty="0"/>
          </a:p>
          <a:p>
            <a:r>
              <a:rPr lang="ru-RU" sz="2400" dirty="0">
                <a:ea typeface="+mn-lt"/>
                <a:cs typeface="+mn-lt"/>
              </a:rPr>
              <a:t>Учебное заведение: ГБОУ средняя школа </a:t>
            </a:r>
            <a:r>
              <a:rPr lang="ru-RU" sz="2400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№ 511 Пушкинского района Санкт - Петербурга</a:t>
            </a:r>
            <a:endParaRPr lang="ru-RU" sz="2400">
              <a:solidFill>
                <a:srgbClr val="333333"/>
              </a:solidFill>
              <a:highlight>
                <a:srgbClr val="FFFFFF"/>
              </a:highlight>
              <a:latin typeface="Aptos"/>
              <a:ea typeface="Roboto"/>
              <a:cs typeface="Roboto"/>
            </a:endParaRPr>
          </a:p>
          <a:p>
            <a:endParaRPr lang="ru-RU" sz="16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97E0D-E103-9768-5C4A-825D5F8E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Введение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4A5F6-D7F9-320D-7742-23D28CD9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82"/>
            <a:ext cx="10515600" cy="464525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/>
            <a:r>
              <a:rPr lang="ru-RU" dirty="0">
                <a:ea typeface="+mn-lt"/>
                <a:cs typeface="+mn-lt"/>
              </a:rPr>
              <a:t>Идея: Создание клона классической аркады с механикой бесконечного прохождения случайно генерируемых препятствий.</a:t>
            </a:r>
            <a:endParaRPr lang="ru-RU" dirty="0"/>
          </a:p>
          <a:p>
            <a:pPr marL="457200" indent="-457200"/>
            <a:r>
              <a:rPr lang="ru-RU" dirty="0">
                <a:ea typeface="+mn-lt"/>
                <a:cs typeface="+mn-lt"/>
              </a:rPr>
              <a:t>Цель проекта: Реализовать игровую логику, систему гравитации и процедурную генерацию уровней.</a:t>
            </a:r>
            <a:endParaRPr lang="ru-RU" dirty="0"/>
          </a:p>
          <a:p>
            <a:pPr marL="457200" indent="-457200"/>
            <a:r>
              <a:rPr lang="ru-RU" dirty="0">
                <a:ea typeface="+mn-lt"/>
                <a:cs typeface="+mn-lt"/>
              </a:rPr>
              <a:t>Задачи: Реализовать механику прыжка и свободного падения персонажа.    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ru-RU" sz="2800" dirty="0">
                <a:ea typeface="+mn-lt"/>
                <a:cs typeface="+mn-lt"/>
              </a:rPr>
              <a:t>Создать бесконечный цикл генерации препятствий (столбов) с                  зазорами в случайных местах.</a:t>
            </a:r>
          </a:p>
          <a:p>
            <a:pPr marL="914400" lvl="1" indent="-457200">
              <a:buFont typeface="Courier New"/>
              <a:buChar char="o"/>
            </a:pPr>
            <a:r>
              <a:rPr lang="ru-RU" sz="2800" dirty="0">
                <a:ea typeface="+mn-lt"/>
                <a:cs typeface="+mn-lt"/>
              </a:rPr>
              <a:t>Настроить систему обнаружения столкновений (</a:t>
            </a:r>
            <a:r>
              <a:rPr lang="ru-RU" sz="2800" dirty="0" err="1">
                <a:ea typeface="+mn-lt"/>
                <a:cs typeface="+mn-lt"/>
              </a:rPr>
              <a:t>hitboxes</a:t>
            </a:r>
            <a:r>
              <a:rPr lang="ru-RU" sz="2800" dirty="0">
                <a:ea typeface="+mn-lt"/>
                <a:cs typeface="+mn-lt"/>
              </a:rPr>
              <a:t>).</a:t>
            </a:r>
          </a:p>
          <a:p>
            <a:pPr marL="914400" lvl="1" indent="-457200">
              <a:buFont typeface="Courier New"/>
              <a:buChar char="o"/>
            </a:pPr>
            <a:r>
              <a:rPr lang="ru-RU" sz="2800" dirty="0">
                <a:ea typeface="+mn-lt"/>
                <a:cs typeface="+mn-lt"/>
              </a:rPr>
              <a:t>Интегрировать систему подсчета очков.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7655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C1319-5E23-BDE0-B151-3BE582DF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38630-8380-BBF9-F3AE-884BA25A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71386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>
                <a:ea typeface="+mn-lt"/>
                <a:cs typeface="+mn-lt"/>
              </a:rPr>
              <a:t>Логика приложения разделена на независимые модули для удобства поддержки и расширения:</a:t>
            </a:r>
            <a:endParaRPr lang="ru-RU" sz="2400"/>
          </a:p>
          <a:p>
            <a:pPr lvl="1" indent="-457200"/>
            <a:r>
              <a:rPr lang="ru-RU" dirty="0">
                <a:ea typeface="+mn-lt"/>
                <a:cs typeface="+mn-lt"/>
              </a:rPr>
              <a:t>main.py (Точка входа):</a:t>
            </a:r>
            <a:endParaRPr lang="ru-RU" dirty="0"/>
          </a:p>
          <a:p>
            <a:pPr marL="1028700" lvl="2" indent="-342900"/>
            <a:r>
              <a:rPr lang="ru-RU" sz="2400" dirty="0">
                <a:ea typeface="+mn-lt"/>
                <a:cs typeface="+mn-lt"/>
              </a:rPr>
              <a:t>Создает основное окно приложения </a:t>
            </a:r>
            <a:r>
              <a:rPr lang="ru-RU" sz="2400" dirty="0" err="1">
                <a:ea typeface="+mn-lt"/>
                <a:cs typeface="+mn-lt"/>
              </a:rPr>
              <a:t>arcade.Window</a:t>
            </a:r>
            <a:r>
              <a:rPr lang="ru-RU" sz="2400" dirty="0">
                <a:ea typeface="+mn-lt"/>
                <a:cs typeface="+mn-lt"/>
              </a:rPr>
              <a:t>.</a:t>
            </a:r>
            <a:endParaRPr lang="ru-RU" sz="2400"/>
          </a:p>
          <a:p>
            <a:pPr marL="1028700" lvl="2" indent="-342900"/>
            <a:r>
              <a:rPr lang="ru-RU" sz="2400" dirty="0">
                <a:ea typeface="+mn-lt"/>
                <a:cs typeface="+mn-lt"/>
              </a:rPr>
              <a:t> Инициализирует объекты экранов и управляет переключением между главным меню и игровым процессом.</a:t>
            </a:r>
            <a:endParaRPr lang="ru-RU" dirty="0"/>
          </a:p>
          <a:p>
            <a:pPr marL="1028700" lvl="2" indent="-342900">
              <a:buFont typeface="Arial"/>
            </a:pPr>
            <a:r>
              <a:rPr lang="ru-RU" sz="2400" dirty="0">
                <a:ea typeface="+mn-lt"/>
                <a:cs typeface="+mn-lt"/>
              </a:rPr>
              <a:t>mainmenu.py (Класс </a:t>
            </a:r>
            <a:r>
              <a:rPr lang="ru-RU" sz="2400" dirty="0" err="1">
                <a:ea typeface="+mn-lt"/>
                <a:cs typeface="+mn-lt"/>
              </a:rPr>
              <a:t>MenuView</a:t>
            </a:r>
            <a:r>
              <a:rPr lang="ru-RU" sz="2400" dirty="0">
                <a:ea typeface="+mn-lt"/>
                <a:cs typeface="+mn-lt"/>
              </a:rPr>
              <a:t>):</a:t>
            </a:r>
            <a:endParaRPr lang="ru-RU" sz="2400"/>
          </a:p>
          <a:p>
            <a:pPr marL="1485900" lvl="2" indent="-342900"/>
            <a:r>
              <a:rPr lang="ru-RU" sz="2400" dirty="0">
                <a:ea typeface="+mn-lt"/>
                <a:cs typeface="+mn-lt"/>
              </a:rPr>
              <a:t>Отвечает за визуальный интерфейс (UI).\</a:t>
            </a:r>
          </a:p>
          <a:p>
            <a:pPr marL="1371600" lvl="2"/>
            <a:r>
              <a:rPr lang="ru-RU" sz="2400" dirty="0">
                <a:ea typeface="+mn-lt"/>
                <a:cs typeface="+mn-lt"/>
              </a:rPr>
              <a:t> Использует </a:t>
            </a:r>
            <a:r>
              <a:rPr lang="ru-RU" sz="2400" dirty="0" err="1">
                <a:ea typeface="+mn-lt"/>
                <a:cs typeface="+mn-lt"/>
              </a:rPr>
              <a:t>arcade.gui.UIManager</a:t>
            </a:r>
            <a:r>
              <a:rPr lang="ru-RU" sz="2400" dirty="0">
                <a:ea typeface="+mn-lt"/>
                <a:cs typeface="+mn-lt"/>
              </a:rPr>
              <a:t> для создания кнопок (Играть, Настройки, Выход) и модального окна подтверждения выхода.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25130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E79C61-3F33-BE76-4051-E7BE10D77C87}"/>
              </a:ext>
            </a:extLst>
          </p:cNvPr>
          <p:cNvSpPr txBox="1"/>
          <p:nvPr/>
        </p:nvSpPr>
        <p:spPr>
          <a:xfrm>
            <a:off x="1172936" y="1186543"/>
            <a:ext cx="9511392" cy="45386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/>
              <a:t>gamescreen.py (Класс </a:t>
            </a:r>
            <a:r>
              <a:rPr lang="ru-RU" sz="2400" dirty="0" err="1"/>
              <a:t>GameView</a:t>
            </a:r>
            <a:r>
              <a:rPr lang="ru-RU" sz="2400" dirty="0"/>
              <a:t>):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Ядро игры: содержит игровые циклы </a:t>
            </a:r>
            <a:r>
              <a:rPr lang="ru-RU" sz="2400" dirty="0" err="1"/>
              <a:t>on_update</a:t>
            </a:r>
            <a:r>
              <a:rPr lang="ru-RU" sz="2400" dirty="0"/>
              <a:t> (логика) и </a:t>
            </a:r>
            <a:r>
              <a:rPr lang="ru-RU" sz="2400" dirty="0" err="1"/>
              <a:t>on_draw</a:t>
            </a:r>
            <a:r>
              <a:rPr lang="ru-RU" sz="2400" dirty="0"/>
              <a:t> (отрисовка).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 Реализует физику: падение под действием GRAVITY и импульс JUMP_POWER при вводе игрока.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Управляет списками спрайтов (</a:t>
            </a:r>
            <a:r>
              <a:rPr lang="ru-RU" sz="2400" dirty="0" err="1"/>
              <a:t>SpriteList</a:t>
            </a:r>
            <a:r>
              <a:rPr lang="ru-RU" sz="2400" dirty="0"/>
              <a:t>) для труб и персонажа, а также проверяет столкновения через </a:t>
            </a:r>
            <a:r>
              <a:rPr lang="ru-RU" sz="2400" dirty="0" err="1"/>
              <a:t>check_for_collision</a:t>
            </a:r>
            <a:r>
              <a:rPr lang="ru-RU" sz="2400" dirty="0"/>
              <a:t>.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ru-RU" sz="2400" dirty="0"/>
              <a:t> ТЗ </a:t>
            </a:r>
            <a:r>
              <a:rPr lang="ru-RU" sz="2400" dirty="0" err="1"/>
              <a:t>Flapy</a:t>
            </a:r>
            <a:r>
              <a:rPr lang="ru-RU" sz="2400" dirty="0"/>
              <a:t> </a:t>
            </a:r>
            <a:r>
              <a:rPr lang="ru-RU" sz="2400" dirty="0" err="1"/>
              <a:t>Bird</a:t>
            </a:r>
            <a:r>
              <a:rPr lang="ru-RU" sz="2400" dirty="0"/>
              <a:t> Arcade.txt: Содержит технические параметры (громкость звука, интервалы между трубами и зазоры в них), которые легли в основу констант кода.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96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0BF73-EFCC-23B1-09D1-1A7480F7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C279A-65A8-8D71-F20E-037ECCD9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 В ходе работы была полностью воссоздана механика оригинала. Проект демонстрирует навыки работы с объектно-ориентированным программированием (ООП) и игровыми циклами.</a:t>
            </a:r>
            <a:endParaRPr lang="ru-RU" dirty="0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 Возможности доработки:</a:t>
            </a:r>
            <a:endParaRPr lang="ru-RU" dirty="0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 Добавление главного меню и таблицы рекордов.</a:t>
            </a:r>
            <a:endParaRPr lang="ru-RU" dirty="0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Внедрение звуковых эффектов (взмах крыла, столкновение).</a:t>
            </a:r>
            <a:endParaRPr lang="ru-RU" dirty="0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ru-RU" dirty="0">
                <a:ea typeface="+mn-lt"/>
                <a:cs typeface="+mn-lt"/>
              </a:rPr>
              <a:t>Система уровней сложности</a:t>
            </a:r>
            <a:br>
              <a:rPr lang="ru-RU" dirty="0">
                <a:ea typeface="+mn-lt"/>
                <a:cs typeface="+mn-lt"/>
              </a:rPr>
            </a:br>
            <a:r>
              <a:rPr lang="ru-RU" dirty="0">
                <a:ea typeface="+mn-lt"/>
                <a:cs typeface="+mn-lt"/>
              </a:rPr>
              <a:t>Система смены скинов для персонажа.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050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336</Words>
  <Application>Microsoft Office PowerPoint</Application>
  <PresentationFormat>Широкоэкранный</PresentationFormat>
  <Paragraphs>32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Тема Office</vt:lpstr>
      <vt:lpstr>Презентация PowerPoint</vt:lpstr>
      <vt:lpstr>Введение </vt:lpstr>
      <vt:lpstr>Реализация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Office</cp:lastModifiedBy>
  <cp:revision>204</cp:revision>
  <dcterms:created xsi:type="dcterms:W3CDTF">2026-01-28T19:26:15Z</dcterms:created>
  <dcterms:modified xsi:type="dcterms:W3CDTF">2026-02-18T15:14:37Z</dcterms:modified>
</cp:coreProperties>
</file>